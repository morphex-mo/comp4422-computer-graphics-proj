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Collector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64DCFF"/>
                </a:solidFill>
              </a:defRPr>
            </a:pPr>
            <a:r>
              <a:t>A 30-Second WebGL Storytelling Animation</a:t>
            </a:r>
            <a:br/>
            <a:br/>
            <a:r>
              <a:t>Group XX • Name1, Name2, Name3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Story &amp; Narrative (30-second timeline)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0000"/>
          </a:bodyPr>
          <a:lstStyle/>
          <a:p>
            <a:pPr marL="0" indent="0">
              <a:buNone/>
            </a:pPr>
            <a:r>
              <a:rPr lang="en-US" altLang="zh-CN">
                <a:solidFill>
                  <a:schemeClr val="bg1"/>
                </a:solidFill>
              </a:rPr>
              <a:t>"Star Collector" tells a story about a fox collecting stars.</a:t>
            </a:r>
            <a:endParaRPr lang="en-US" altLang="zh-CN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 little fox stands on a hill at dusk, gazing at the stars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Three falling stars are gently collected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Finally, countless star particles are released into the night sky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Key Moments:</a:t>
            </a:r>
          </a:p>
          <a:p>
            <a:pPr marL="457200" lvl="1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0s     → Night falls, fox breathing calmly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11–17s → 1st star → left paw → flash &amp; disappear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26–32s → 2nd star → right paw → tail curls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33s    → Camera pulls back, particles emitted upward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4575" y="3019425"/>
            <a:ext cx="4522470" cy="3107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Scene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Central hill with a large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Fox positioned under the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Procedural rolling mountains (Perlin noise)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Sparse trees scattered on distant hills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sky: sunset → deep night with visible stars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3D Models – Fox &amp; Tree-Hill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Fox Model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 (downloaded)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11.1k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Full skeletal rigging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Tree-Hill Model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746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Used as central platform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model screenshots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Terrain &amp; Stars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5860"/>
            <a:ext cx="8229600" cy="478726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sz="22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Procedural Terrain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Multi-octave Perlin noise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Flattened center for the fox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Objects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Double-layer glowing sphere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Core + additive glow shell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Particles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Pool of 50 emissive spheres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Dynamic opacity &amp; scale</a:t>
            </a:r>
            <a:endParaRPr sz="1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Lighting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directional light (sun → moon)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day-night cycle (frozen at deep night)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Star self-illumination with additive glow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casting on fox and trees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day vs night comparison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Custom Toon Shader (Fox)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Features: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Step-wise diffuse (3 levels)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Hard specular highlights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Blue-white rim lighting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bands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Ambient term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4-side comparison (standard → final toon)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Atmospheric Scattering &amp; Fog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Rayleigh + Mie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Depth-based exponential fog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Greatly enhances depth and night mood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atmosphere ON/OFF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Fox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Breathing → sinusoidal position offset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Head tilt (18–25s)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Tail curl after second star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All driven by global timer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animation sequence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Falling &amp;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Easing (easeOutQuad)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Wavy drift + rotation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Flash → rapid fade &amp; shrink on collection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falling timeline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Particle System – Final Release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Triggered at 33s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6 particles/sec, pool of 50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Upward acceleration + wavy drift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Fade-in → pulse → fade-out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particle fountain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Toon Shader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Diffuse: floor(dot(N,L))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Specular: smoothstep threshold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Rim: pow(1 - dot(N,V), 2)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Shadow: biased shadowMap + step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code + diagram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Atmosphere &amp;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Preetham atmospheric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4-octave Perlin noise terrain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Distance-based flattening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heightmap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Conclusion &amp;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/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Achievements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Complete 30s story-driven WebGL animation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Custom toon + atmospheric shaders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Sophisticated particle &amp; animation system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Precise timeline synchronization</a:t>
            </a: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Live Demo: https://your-link-here.com</a:t>
            </a: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Source Code:</a:t>
            </a:r>
            <a:r>
              <a:rPr lang="en-US" altLang="zh-CN"/>
              <a:t>github.com/Morphex-Mo/COMP4422-Computer-Graphics-Proj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Member          </a:t>
            </a:r>
            <a:r>
              <a:rPr lang="en-US"/>
              <a:t>       </a:t>
            </a:r>
            <a:r>
              <a:t>SID        </a:t>
            </a:r>
            <a:r>
              <a:rPr lang="en-US"/>
              <a:t>      </a:t>
            </a:r>
            <a:r>
              <a:t>Main Responsibilities</a:t>
            </a:r>
          </a:p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Alice Wang      12345678   Fox rigging, Toon shader, Animation</a:t>
            </a:r>
          </a:p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Bob Li         </a:t>
            </a:r>
            <a:r>
              <a:rPr lang="en-US"/>
              <a:t>     </a:t>
            </a:r>
            <a:r>
              <a:t> 12345679   Terrain generation, Tree scattering</a:t>
            </a:r>
          </a:p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Cathy Zhang    12345680   Star &amp; particle system, Timeline</a:t>
            </a: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3600">
                <a:solidFill>
                  <a:srgbClr val="64DCFF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3167</Words>
  <Application>WPS 演示</Application>
  <PresentationFormat>On-screen Show (4:3)</PresentationFormat>
  <Paragraphs>151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Arial</vt:lpstr>
      <vt:lpstr>Montserrat</vt:lpstr>
      <vt:lpstr>Segoe Print</vt:lpstr>
      <vt:lpstr>Calibri</vt:lpstr>
      <vt:lpstr>微软雅黑</vt:lpstr>
      <vt:lpstr>Arial Unicode MS</vt:lpstr>
      <vt:lpstr>Calibri</vt:lpstr>
      <vt:lpstr>Office Theme</vt:lpstr>
      <vt:lpstr>Star Collector</vt:lpstr>
      <vt:lpstr>Story &amp; Narrative (30-second timeline)</vt:lpstr>
      <vt:lpstr>Scene Design</vt:lpstr>
      <vt:lpstr>3D Models – Fox &amp; Tree-Hill</vt:lpstr>
      <vt:lpstr>Terrain &amp; Stars</vt:lpstr>
      <vt:lpstr>Lighting &amp; Environment</vt:lpstr>
      <vt:lpstr>Custom Toon Shader (Fox)</vt:lpstr>
      <vt:lpstr>Atmospheric Scattering &amp; Fog</vt:lpstr>
      <vt:lpstr>Fox Animation</vt:lpstr>
      <vt:lpstr>Star Falling &amp; Collection</vt:lpstr>
      <vt:lpstr>Particle System – Final Release</vt:lpstr>
      <vt:lpstr>Technical Discussion – Toon Shader</vt:lpstr>
      <vt:lpstr>Technical Discussion – Atmosphere &amp; Terrain</vt:lpstr>
      <vt:lpstr>Conclusion &amp; Highlights</vt:lpstr>
      <vt:lpstr>Team Contribution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Tony</cp:lastModifiedBy>
  <cp:revision>2</cp:revision>
  <dcterms:created xsi:type="dcterms:W3CDTF">2013-01-27T09:14:00Z</dcterms:created>
  <dcterms:modified xsi:type="dcterms:W3CDTF">2025-11-30T00:30:59Z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A5BFD1FC50654BCEB1918BF894F6D69C_12</vt:lpwstr>
  </property>
  <property fmtid="{D5CDD505-2E9C-101B-9397-08002B2CF9AE}" pid="3" name="KSOProductBuildVer">
    <vt:lpwstr>2052-12.1.0.23542</vt:lpwstr>
  </property>
</Properties>
</file>